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5B40D4-A0C7-4946-A38B-4797B4BDEAD3}">
  <a:tblStyle styleId="{4E5B40D4-A0C7-4946-A38B-4797B4BDEA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8e3b8a88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8e3b8a88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DamianRudzkiStud/habit-tracker-WR2#" TargetMode="External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93068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Habit Tracker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788443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Aplikacja webowa do budowania systematyczności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440906"/>
            <a:ext cx="762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64756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Projekt Zespołowy WR2 • Informatyka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226718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Damian Rudzki • Agata Wochowska • Oleksandra Volina • Ewelina Pacula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783931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Uniwersytet VIZJA w Warszawie | Czerwiec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047875"/>
            <a:ext cx="533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Głównym celem było stworzenie responsywnego systemu pozwalającego przezwyciężyć brak motywacji poprzez wizualizację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wykonywanych nawyków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6325" y="3250406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496050" y="4031456"/>
            <a:ext cx="49149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[Miejsce na zrzut ekranu: Dashboard główny / Widok ogólny]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3100387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Ciągłość (Streaks):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Algorytmiczne obliczanie dni pod rząd w celu wywołania efektu psychologicznego.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786187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Izolacja danych: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Pełna separacja zasobów użytkowników na poziomie bazy danych.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4471987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Niska latencja: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Architektura zorientowana na szybki feedback UI przy odznaczaniu zadań.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337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9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053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Cel Projektu i Złożoność Biznesowa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8">
            <a:alphaModFix/>
          </a:blip>
          <a:srcRect b="1452" l="17925" r="20052" t="4244"/>
          <a:stretch/>
        </p:blipFill>
        <p:spPr>
          <a:xfrm>
            <a:off x="6154000" y="1844975"/>
            <a:ext cx="5875898" cy="40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15"/>
          <p:cNvGraphicFramePr/>
          <p:nvPr/>
        </p:nvGraphicFramePr>
        <p:xfrm>
          <a:off x="571500" y="10406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{4E5B40D4-A0C7-4946-A38B-4797B4BDEAD3}</a:tableStyleId>
              </a:tblPr>
              <a:tblGrid>
                <a:gridCol w="2762250"/>
                <a:gridCol w="4972050"/>
                <a:gridCol w="3314700"/>
              </a:tblGrid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Warstwa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Wybrane Technologie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Rola w Architekturze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</a:tr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3.11+, FastAPI, Uvicorn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Szybka, asynchroniczna obsługa żądań HTTP, automatyczna dokumentacja OpenAPI.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ORM &amp;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SQLModel,  SQLite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Deklaratywne modele danych współdzielone między bazą a walidacją Pydantic.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Frontend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React 18, Vite, Tailwind CSS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Komponentowa architektura SPA, wysoka wydajność renderowania, pełna responsywność.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Analityka &amp; Ikony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Recharts, Lucide-React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Deklaratywne wykresy wektorowe SVG reagujące na stan aplikacji w czasie rzeczywistym.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75569"/>
                    </a:solidFill>
                  </a:tcPr>
                </a:tc>
              </a:tr>
              <a:tr h="95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Zabezpieczenia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PyJWT, Passlib (Bcrypt)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Bezstanowa autoryzacja tokenami oraz bezpieczne hashowanie haseł.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5"/>
          <p:cNvSpPr/>
          <p:nvPr/>
        </p:nvSpPr>
        <p:spPr>
          <a:xfrm>
            <a:off x="571500" y="2564606"/>
            <a:ext cx="2762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333750" y="2564606"/>
            <a:ext cx="49720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8305800" y="2564606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3617118"/>
            <a:ext cx="2762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333750" y="3617118"/>
            <a:ext cx="49720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305800" y="3617118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4669631"/>
            <a:ext cx="2762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333750" y="4669631"/>
            <a:ext cx="49720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305800" y="4669631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5722143"/>
            <a:ext cx="2762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333750" y="5722143"/>
            <a:ext cx="49720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305800" y="5722143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71500" y="6774656"/>
            <a:ext cx="2762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333750" y="6774656"/>
            <a:ext cx="49720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305800" y="6774656"/>
            <a:ext cx="33147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69056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 Technologiczny: Pełny Stack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69056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571500" y="2143125"/>
            <a:ext cx="6400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System działa w architekturze rozproszonej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Client-Server (REST API)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Architektura i Przepływ Danych (Data Flow)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17" y="2748950"/>
            <a:ext cx="11191376" cy="3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71500" y="1534588"/>
            <a:ext cx="616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Specyfikacja techniczna encji SQLModel: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8638" y="1989075"/>
            <a:ext cx="5534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 danych opiera się na trzech tabelach. Tabela User przechowuje konta (nazwa użytkownika jest unikalna, hasło zapisywane jest w postaci hashu). Każdy użytkownik może mieć wiele nawyków (Habit), a każdy nawyk - wiele wpisów wykonania (HabitLog). Relacje są typu jeden-do-wielu i realizowane za pomocą kluczy obcych user_id oraz habit_id.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Danych i Relacje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600" y="1750600"/>
            <a:ext cx="54864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571500" y="18669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Mechanizm uwierzytelniania: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04875" y="22860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Bezpieczeństwo haseł: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Wykorzystanie algorytmu bcrypt w Passlib. Hasło nigdy nie jest przechowywane w postaci jawnej.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04875" y="2981325"/>
            <a:ext cx="5000625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Generowanie tokenu: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 poprawnym zalogowaniu, backend generuje token z zaszyfrowanym ID użytkownika w polu sub (payload).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04875" y="3948112"/>
            <a:ext cx="5000625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Persystencja stanu: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 stronie frontendowej token jest zapisywany w localStorage, a stan autoryzacji zarządzany jest kontekstem Reacta (AuthContext).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Moduł Rejestracji i Autoryzacji (JWT)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150" y="1866900"/>
            <a:ext cx="5981701" cy="368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/>
        </p:nvSpPr>
        <p:spPr>
          <a:xfrm>
            <a:off x="6286500" y="18669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Operacje na zasobach (Endpoints):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619875" y="214312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POST /habits: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Tworzenie nowego nawyku. Wymaga walidacji pól (brak pustych znaków) za pomocą Pydantic.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19875" y="282892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GET /habits: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Pobieranie listy nawyków przypisanych wyłącznie do zalogowanego użytkownika (filtracja sesji).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619875" y="3514725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PUT /habits/{id}: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Dynamiczna edycja nazwy i kategorii.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619875" y="3929062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DELETE /habits/{id}: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Kaskadowe usuwanie nawyku wraz ze wszystkimi powiązanymi wpisami w tabeli HabitLog.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Panel Zarządzania Nawykami (CRUD)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75" y="1569800"/>
            <a:ext cx="5929418" cy="441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/>
        </p:nvSpPr>
        <p:spPr>
          <a:xfrm>
            <a:off x="571500" y="1962150"/>
            <a:ext cx="61607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Architektura zdarzenia kliknięcia: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2400300"/>
            <a:ext cx="58674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Kliknięcie checkboxa inicjuje natychmiastową akcję w interfejsie: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04875" y="2805112"/>
            <a:ext cx="55340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Frontend wysyła żądanie POST /habits/{id}/toggle z wybraną datą.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904875" y="3233762"/>
            <a:ext cx="5534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Backend sprawdza istnienie logu: jeśli istnieje - usuwa go (odznaczenie), jeśli nie - tworzy nowy wpis.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04875" y="3919562"/>
            <a:ext cx="5534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Serwer przelicza nową serię i zwraca zaktualizowany obiekt, powodując zmianę stanu komponentu React i odświeżenie widoku.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3845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671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52900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Logika Śledzenia i Odznaczania Dni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1475" y="2055025"/>
            <a:ext cx="5448299" cy="2747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6286500" y="18669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Przetwarzanie danych do wykresów: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619875" y="2143125"/>
            <a:ext cx="5000625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Agregacja danych: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Backend dostarcza surowe punkty czasowe, które frontend mapuje na strukturę akceptowaną przez Recharts: { name: 'Pon', wykonane: 4 }.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619875" y="3109912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TOP 5 Nawyków: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Wykres słupkowy sortujący nawyki według procentowej efektywności (liczba zalogowań / dni od utworzenia).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619875" y="4067175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Trendy aktywności: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Wykres liniowy pokazujący ogólny wolumen wykonanych nawyków w ujęciu tygodniowym.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Panel Analityczny i Wykresy Recharts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6825"/>
            <a:ext cx="5981701" cy="5001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/>
        </p:nvSpPr>
        <p:spPr>
          <a:xfrm>
            <a:off x="571500" y="1590338"/>
            <a:ext cx="6160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Aplikację można zdeployować przez Docker, zastosowano konteneryzację. Repozytorium aplikacji znajduje się na </a:t>
            </a:r>
            <a:r>
              <a:rPr b="1" lang="en-US" sz="1404" u="sng">
                <a:solidFill>
                  <a:srgbClr val="4A86E8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b="1" lang="en-US" sz="1404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762000" y="5715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Docker i Github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57300" cy="5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280775"/>
            <a:ext cx="8576523" cy="415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6393"/>
            <a:ext cx="54292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626393"/>
            <a:ext cx="54292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93368"/>
            <a:ext cx="5429250" cy="2014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093368"/>
            <a:ext cx="5429250" cy="20145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819150" y="1874043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Testy Backend (Pytest)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819150" y="2369343"/>
            <a:ext cx="49339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18 testów backendu: 10 jednostkowych (hashowanie haseł, JWT, algorytm serii) oraz 8 testów API z FastAPI TestClient (rejestracja i duplikaty kont, ochrona ścieżek tokenem, CRUD nawyków, statystyki, izolacja danych użytkowników).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438900" y="1874043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Testy Frontend (Vitest)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438900" y="2369343"/>
            <a:ext cx="49339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 smoke testy GUI (Vitest + React Testing Library): renderowanie ekranu logowania i rejestracji oraz przekierowanie niezalogowanego użytkownika na stronę logowania. Łącznie 21 testów (18 backend + 3 frontend), wszystkie przechodzą.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19150" y="4341018"/>
            <a:ext cx="518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Kontrola Wersji (Git) i </a:t>
            </a:r>
            <a:r>
              <a:rPr b="1" lang="en-US" sz="16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konteneryzacja Docker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819150" y="4836318"/>
            <a:ext cx="49341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Kod źródłowy wersjonowany w Git i udostępniony w repozytorium GitHub (DamianRudzkiStud/habit-tracker-WR2); historia commitów dokumentuje kolejne etapy prac.</a:t>
            </a:r>
            <a:endParaRPr b="0" i="0" sz="1425" u="none" cap="none" strike="noStrike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Deploy aplikacji umożliwiony przez kontenery w Dockerze.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438900" y="4341018"/>
            <a:ext cx="51806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Struktura Projektu monorepo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438900" y="4836318"/>
            <a:ext cx="4933950" cy="842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Wyraźny podział katalogów: /backend (skrypty Pythona i testy), /frontend (kod źródłowy React i konfiguracja Vite), oraz /docs (specyfikacje i raporty).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Zapewnienie Jakości (QA) i Organizacja Pracy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5475" y="3671887"/>
            <a:ext cx="8401050" cy="2119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95275" y="1066800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Podsumowanie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2266950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Dziękujemy za uwagę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27098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Projekt zrealizowany w ramach zajęć z Projektu Zespołowego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715000" y="3252787"/>
            <a:ext cx="762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2143125" y="3919537"/>
            <a:ext cx="83010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Plany dalszego rozwoju technicznego: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2476500" y="4300537"/>
            <a:ext cx="7572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Implementacja asynchronicznych zadań (Celery/Redis) do wysyłania powiadomień mailowych.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2476500" y="4714875"/>
            <a:ext cx="7572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Migracja bazy z lokalnego SQLite na produkcyjny PostgreSQL.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2476500" y="5129212"/>
            <a:ext cx="75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Wdrożenie 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CI/CD.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125" y="4333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3125" y="4748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3125" y="51625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